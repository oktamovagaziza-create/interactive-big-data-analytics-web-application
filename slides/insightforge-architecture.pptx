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80cdf0caa41a0" /><Relationship Type="http://schemas.openxmlformats.org/officeDocument/2006/relationships/extended-properties" Target="/docProps/app.xml" Id="Rcd1d4979733d448a" /><Relationship Type="http://schemas.openxmlformats.org/officeDocument/2006/relationships/officeDocument" Target="/ppt/presentation.xml" Id="R91192253b6054c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8aede5f6d4b4a"/>
  </p:sldMasterIdLst>
  <p:notesMasterIdLst>
    <p:notesMasterId xmlns:r="http://schemas.openxmlformats.org/officeDocument/2006/relationships" r:id="Ra405ee02d6214334"/>
  </p:notesMasterIdLst>
  <p:sldIdLst>
    <p:sldId xmlns:r="http://schemas.openxmlformats.org/officeDocument/2006/relationships" id="256" r:id="R5aff1018e49e447f"/>
    <p:sldId xmlns:r="http://schemas.openxmlformats.org/officeDocument/2006/relationships" id="257" r:id="Rb2fc08e4bc154646"/>
    <p:sldId xmlns:r="http://schemas.openxmlformats.org/officeDocument/2006/relationships" id="258" r:id="R2a8b9321dbae4a91"/>
    <p:sldId xmlns:r="http://schemas.openxmlformats.org/officeDocument/2006/relationships" id="259" r:id="Rfe1aaf96c3b34213"/>
    <p:sldId xmlns:r="http://schemas.openxmlformats.org/officeDocument/2006/relationships" id="260" r:id="R07f1748e09154f43"/>
    <p:sldId xmlns:r="http://schemas.openxmlformats.org/officeDocument/2006/relationships" id="261" r:id="Raaf505bcbf7644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8aede5f6d4b4a" /><Relationship Type="http://schemas.openxmlformats.org/officeDocument/2006/relationships/theme" Target="/ppt/theme/theme1.xml" Id="R56418092d6de4246" /><Relationship Type="http://schemas.openxmlformats.org/officeDocument/2006/relationships/notesMaster" Target="/ppt/notesMasters/notesMaster1.xml" Id="Ra405ee02d6214334" /><Relationship Type="http://schemas.openxmlformats.org/officeDocument/2006/relationships/presProps" Target="/ppt/presProps.xml" Id="R630882fc1e0e4ebd" /><Relationship Type="http://schemas.openxmlformats.org/officeDocument/2006/relationships/viewProps" Target="/ppt/viewProps.xml" Id="Re5159d839d9b456f" /><Relationship Type="http://schemas.openxmlformats.org/officeDocument/2006/relationships/tableStyles" Target="/ppt/tableStyles.xml" Id="Rbe2a0879324444a8" /><Relationship Type="http://schemas.openxmlformats.org/officeDocument/2006/relationships/slide" Target="/ppt/slides/slide1.xml" Id="R5aff1018e49e447f" /><Relationship Type="http://schemas.openxmlformats.org/officeDocument/2006/relationships/slide" Target="/ppt/slides/slide2.xml" Id="Rb2fc08e4bc154646" /><Relationship Type="http://schemas.openxmlformats.org/officeDocument/2006/relationships/slide" Target="/ppt/slides/slide3.xml" Id="R2a8b9321dbae4a91" /><Relationship Type="http://schemas.openxmlformats.org/officeDocument/2006/relationships/slide" Target="/ppt/slides/slide4.xml" Id="Rfe1aaf96c3b34213" /><Relationship Type="http://schemas.openxmlformats.org/officeDocument/2006/relationships/slide" Target="/ppt/slides/slide5.xml" Id="R07f1748e09154f43" /><Relationship Type="http://schemas.openxmlformats.org/officeDocument/2006/relationships/slide" Target="/ppt/slides/slide6.xml" Id="Raaf505bcbf7644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7576323fb544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7a6adb9afd4a2a" /><Relationship Type="http://schemas.openxmlformats.org/officeDocument/2006/relationships/notesMaster" Target="/ppt/notesMasters/notesMaster1.xml" Id="R93cb5a967b8b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3b04486ba34a14" /><Relationship Type="http://schemas.openxmlformats.org/officeDocument/2006/relationships/notesMaster" Target="/ppt/notesMasters/notesMaster1.xml" Id="R9177979744dc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94fc3bd1c4195" /><Relationship Type="http://schemas.openxmlformats.org/officeDocument/2006/relationships/notesMaster" Target="/ppt/notesMasters/notesMaster1.xml" Id="Re909a3b7b7fb48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a1faca20347a9" /><Relationship Type="http://schemas.openxmlformats.org/officeDocument/2006/relationships/notesMaster" Target="/ppt/notesMasters/notesMaster1.xml" Id="Rf0d1f839c14a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0804128dd94585" /><Relationship Type="http://schemas.openxmlformats.org/officeDocument/2006/relationships/notesMaster" Target="/ppt/notesMasters/notesMaster1.xml" Id="Ra641fabf4dad40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947416bd5e46cd" /><Relationship Type="http://schemas.openxmlformats.org/officeDocument/2006/relationships/notesMaster" Target="/ppt/notesMasters/notesMaster1.xml" Id="Ra810d55b0caf45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de86d0f1f48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8a567ca5ad9424f" /><Relationship Type="http://schemas.openxmlformats.org/officeDocument/2006/relationships/slideLayout" Target="/ppt/slideLayouts/slideLayout2.xml" Id="R3635168a32e740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35168a32e740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a3ac963d554e3e" /><Relationship Type="http://schemas.openxmlformats.org/officeDocument/2006/relationships/notesSlide" Target="/ppt/notesSlides/notesSlide1.xml" Id="Rcc84bb26138849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a09f0f69ad4f75" /><Relationship Type="http://schemas.openxmlformats.org/officeDocument/2006/relationships/notesSlide" Target="/ppt/notesSlides/notesSlide2.xml" Id="R7c75ddc328f8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47c6477944cad" /><Relationship Type="http://schemas.openxmlformats.org/officeDocument/2006/relationships/notesSlide" Target="/ppt/notesSlides/notesSlide3.xml" Id="R7c1d83fa29c848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c4d4495dc4501" /><Relationship Type="http://schemas.openxmlformats.org/officeDocument/2006/relationships/notesSlide" Target="/ppt/notesSlides/notesSlide4.xml" Id="Rf42cb85163cb41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49bd9dbec4eb9" /><Relationship Type="http://schemas.openxmlformats.org/officeDocument/2006/relationships/notesSlide" Target="/ppt/notesSlides/notesSlide5.xml" Id="R32c9b71c740546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5cfb4f9e3a4799" /><Relationship Type="http://schemas.openxmlformats.org/officeDocument/2006/relationships/notesSlide" Target="/ppt/notesSlides/notesSlide6.xml" Id="Rfa242958018f41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D4835-AE58-4171-AEE1-3C6B1560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1D80F-EB42-4A2B-8553-4C924C1F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C4A50-9F67-499E-8DC0-AC959C55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C6B9C-9FA7-4E09-AC9F-D40BFA50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InsightForge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DE2B6-0EAF-45D8-B290-DC8D1ADB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Automated big-data analysis from raw upload to interactive visualizations and business-ready conclusions.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BF930-FAF0-49FA-A3E9-7F48A583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885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53071-9263-4F7C-8AC6-621C46EC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48050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6E4F7-BD17-4FFA-9087-4515D97F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FF196-C8D4-4D09-9AFE-793A0AC7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242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3E085-6AF3-4086-963F-C85D49F2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48050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C119B-F047-4885-9EEF-52A2E37C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90CE8-C108-46B1-94B4-1D66D3F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3CFFD-5FBB-4B8E-AF8B-B6CA149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C82F3-AF02-4B63-8DD2-75735D64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7E6A5-86F8-410B-BA8C-97951512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242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B26EF-3D49-4B57-9434-2EDD858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F3EF1-50EC-46B3-AB70-2B84A88A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E2E50-1A04-436F-863C-633D5E48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242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4F793-CCE9-4783-9E5B-852CFD08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3164E-2A62-49A1-8873-1566436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8CCE3-7712-4C00-A4FA-CB181C2C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Stack: FastAPI, pandas, NumPy, SciPy, Plotly, vanilla JavaScript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6A6F7-49DF-4F28-B461-F0C893D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58524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D6217-B829-4BBD-BFD8-9A34978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DC9F0-E286-4038-A72D-66691819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7E45C-8469-4529-9740-2E051F9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0099E-F70C-4647-8EE5-3F74B564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093AD-022F-4507-B74F-2869DCBE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A small full-stack system with one clear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3BC00-028D-4933-BD6D-0793421F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frontend sends one multipart upload; the backend returns one JSON analysis package.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121D9-EF89-491E-A191-AEA7D6AF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9905B-BAB1-45D9-B780-B1679F23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CCE0-76C7-4E45-AFA9-115E2175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Frontend SPA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5E585-1522-4EBF-AA6A-D89F2B5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2438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Drag-and-drop upload, local CSV preview, loading state, error handling, and Plotly rendering.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A0199-2ADE-4CFB-9C3A-64790A7B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591E4-BECD-4306-9C29-998AFB6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A3060-50CB-4E1D-A2BE-12DA7727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FastAPI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9ED99-5E5A-47F6-A1B7-140E0D75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81400"/>
            <a:ext cx="2438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Validates file type and size, parses CSV or Excel, and exposes /api/analyze plus health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023D7-E6EE-4D4D-97FB-F662FBC3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38B15-1F66-4D0E-A118-B67754F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D0A31-1426-40D5-9ACE-65D959C2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Analytics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79A93-FDE4-494F-83E6-8837B53B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81400"/>
            <a:ext cx="2438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pandas cleaning, column profiling, chart selection, correlations, outlier detection, and insight generation.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E315F-3FC3-4B70-A369-861D975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847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Output is portable Plotly JSON plus structured statistics, so it can feed reports, dashboards, or an LLM agent.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19B93-52B5-43A0-8466-5694B88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69408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10E1C-3DE5-458C-82C7-30E5338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A381-E6AC-42B7-AFC3-020BF0AD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C1B1C-F610-448C-A7EB-A5C21C01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157F1-0D85-49C5-A3A8-4D131294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ANALYTICS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006E1-66BE-4601-9AD2-7F709EA6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Cleaning and profiling drive the chart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E580C-D888-450B-989B-A0BF1D59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analysis is automatic, but each step produces interpretable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EBFB4-EE53-41AE-B391-E8C5C1D8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CAD09-EB1F-4B53-9965-9B9FD432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DA9D3-0EF8-4BB7-9F2F-43967DC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3370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CSV fallback encoding and Excel workbook ingestion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CF71B-F02A-4E76-8687-13BC4375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7D829-942C-4FD3-9CCC-4BD6F8F2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05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8C96C-7B04-4124-BCB5-6CBDB417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Drop empty rows/columns, deduplicate, impute numeric/categorical/datetime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F314A-AAAF-48F7-82B2-237BD10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56E4F-BEC1-4C6E-AAE5-0481F70D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2078E-0738-434C-B346-3347809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Classify numeric, categorical, datetime, and text columns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2DFD8-B2C9-40CD-99BF-6AA3928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FA0F4-BD7C-45F5-A8D4-DBF9D35F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86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Visualize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77A97-79B2-4768-8AD1-C36E0EE1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 chart families based on available column types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36815-5D15-43DC-A5AB-7FA88F39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C5CB0-892A-4231-AE11-1DC4C301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7FD0A-A18B-4D12-983D-D6FA44D2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9590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Summarize shape, segments, correlations, outliers, trends, and recommendations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23FAE-02DA-4543-9E82-6A08DD85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36146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082BD-494E-44F8-BDF8-18E0D496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068DF-2594-4E3A-B44A-A0676F4E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DF293-71BF-4CDB-B4BF-F0E437D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38128-928A-4909-BE21-4BB5A345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VISUALIZATION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4378D-F284-47C7-A83C-601D83BC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Chart families map to data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63CBC-E5C3-404F-9E0D-3B434CA9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system generates the strongest available views without requiring manual configuration.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822C0-0DAD-4075-8E67-7B9F203F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2247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B207-5324-463C-BF7E-DBF4B39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832E2-78FC-4348-A5FC-318DC742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Time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1A499-089F-41D7-B18B-11B2EBDC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Area and line trends resampled by month for numeric measures.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09952-EDE9-4982-ACAA-0077567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2247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2E47B-1DEC-4A32-A581-06B9C1F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133FB-1B72-430F-A64F-A0A86AB4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670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Numeric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37332-DBF7-4244-8D28-CD28D7EC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Histograms, box summaries, scatter regression, and heatmaps.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23702-FEAB-4D96-8F91-A6428AC0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2247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C07B9-B8C2-4C3F-9E77-E293A7C8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40747-D385-4395-A829-74C14A36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Categorical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0CD5A-7716-47C0-9406-F8FED0A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Bar rankings, donut shares, and segment distributions.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B3A81-2F91-4604-B0F7-DF7EC34F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247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FDE90-0959-4F4C-A5C9-89D19D4A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9932C-8F68-44FB-91DF-13E6D3F0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Mixed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3E2B0-62D0-4C12-869E-B3E8D079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Violin plots compare numeric spread across leading categories.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18486-2E31-44DE-9FEB-1DB65B2D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CF711-3B4D-40C8-AE38-91197670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Result: a reusable interactive report that works for sales, marketing, finance, healthcare, operations, and survey data.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7783A-D4FD-4FAF-8D72-4D40C205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6144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05465-5649-4937-8C63-1980DCEC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84533-1FB2-4BAD-9B4D-5A9D4FD7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AC31F-CBD6-4329-845C-23BEEA11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BFD15-A5B0-499A-8B6C-9CCD7167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SAMPLE DATASET FINDINGS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2BD36-B5C7-4AF3-BB43-FCD1037D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Car sales analysis surfaces pricing, segment, and adoption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83976-1823-4749-90A4-79F9678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included sample demonstrates upload to insight using a realistic automotive sales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641DD-F043-4703-B7F0-D7D42F9A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076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EBDEB-CE4C-4E8B-88A5-1DA876B4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6F0A0-1C2B-473A-801B-B7EF965D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sales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F10D2-E5C6-4B87-917F-974698E3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2076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3C2FF-1902-4A74-BF18-CD402F3E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766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BA775-C8C2-4CE0-B9B2-065BBF7F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interactive charts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25A95-0A69-43E5-9594-685119BE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90850"/>
            <a:ext cx="2076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CFC18-306F-436D-8862-256866A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766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0.76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CC085-29B2-43DB-BE52-0A11C8C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909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strongest absolute correlation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7D9ED-807E-46C4-B56C-0156A81B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2076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6816F-78D5-453C-AB8B-665050EC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2415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2415D"/>
                </a:solidFill>
                <a:latin typeface="Aptos"/>
                <a:ea typeface="Aptos"/>
                <a:cs typeface="Aptos"/>
              </a:rPr>
              <a:t>Electric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7D8DF-65CF-4D57-8DF9-37E6C98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largest fuel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901D5-DCBB-44FE-A742-2B3AB74A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Recommendation: validate outliers, prioritize the largest segments, and use the strongest numeric drivers as starting points for deeper business analysis.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8062D-BDD1-4A26-8A58-D93FAE45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7373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4FC34-8AF3-4D93-8496-4670B413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B7A89-4A85-40BE-96D1-3AE7CF8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2AF21-B27E-4DCB-84C9-8B3669ED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0FBAA-880A-4D95-83C2-11E0D6A1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DELIVERY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EEB34-27D0-40E0-870E-96652B8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What is ready, and what can be extended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7CA64-3DE9-4EA1-BBC3-E2A32AC9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repository is structured for local demo, grading, and future AI-agent integration.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F97BF-4935-45AB-9986-F284658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91F3D-ECBE-42D5-BEDD-E9119CE3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D156A-7ACF-40E8-99BA-3661CC2A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8135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Ready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E1ADC-F471-47AB-9675-2E65395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2533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code, README, sample dataset, generated HTML report, automated tests, and this presentation deck.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A63CC-C2A4-40DB-B827-C3363E93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D9AEE-1BA8-4A45-BEBB-78379C06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3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0ABBF-F4AD-4B72-852C-8D0D6B6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AI extension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89A22-ED64-465F-9959-FBBF9083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533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 the analysis JSON to OpenAI, Groq, LangChain, CrewAI, or LlamaIndex for richer recommendations.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640E8-9C7C-45A7-A768-CB38DEA1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908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6CEB8-515D-4CFC-A69A-E1F39D78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908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97455-DCDD-4AA8-A54F-6A5049E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8135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6CF1A-0049-4402-806C-580B878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2533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Start server, upload sample CSV, preview rows, analyze dataset, walk through charts and conclusions.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CA640-125F-4EE5-9475-09C296B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Core evaluation coverage: frontend, backend parsing, visualization quality, insights, documentation, error handling.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4E673-5C5F-44A3-A223-CFBAEB2B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0030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2026-05-07T12:30:58.0500000Z</dcterms:created>
  <dcterms:modified xsi:type="dcterms:W3CDTF">2026-05-07T12:30:58.0500000Z</dcterms:modified>
</coreProperties>
</file>